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22860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000000"/>
                          </a:solidFill>
                        </a:rPr>
                        <a:t>Date &amp;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000000"/>
                          </a:solidFill>
                        </a:rPr>
                        <a:t>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000000"/>
                          </a:solidFill>
                        </a:rPr>
                        <a:t>Phone Number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t>2025-09-06 19:18:59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Heri Julianto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089648192255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t>2025-09-06 19:19:14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Wira jaya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08999423206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t>2025-09-06 19:19:17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Arman Arroisi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089764015101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t>2025-09-06 19:19:46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Wahyu Putra Mulyadi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089654966044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t>2025-09-06 19:20:07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Yumanita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0895343266159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t>2025-09-06 19:20:14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Putra dewa ramadhan Ibrahim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089695646830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t>2025-09-06 19:20:32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Muhammad arasy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0897 9722 195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t>2025-09-06 19:20:35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Ilham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0895382511441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t>2025-09-06 19:20:39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Takiishi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08992690902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t>2025-09-06 19:20:41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Fandi Ahmad Fauzan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0895706035566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t>2025-09-06 19:21:15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Istara Putra Artha Wicaksana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089668213899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t>2025-09-06 19:21:17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M. Fariq Nafis Zakaria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089620559559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t>2025-09-06 19:21:22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Rizky aditya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089677758689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t>2025-09-06 19:21:27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HILMI AULIA LUKMAN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0895332843460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t>2025-09-06 19:21:59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Cahyo Heru Wicaksono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0895393124667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t>2025-09-06 19:22:02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DICKY HAMZAH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089531093474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t>2025-09-06 19:22:03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Renaldi wicaksana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0895377751976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t>2025-09-06 19:22:05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RHOBET ARNOLD HALOMOAN NABABAN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089514449155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t>2025-09-06 19:22:08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Niko jelang ramadhan isnaen pratama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08998458040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